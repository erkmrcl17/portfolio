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bril Fatface" charset="1" panose="02000503000000020003"/>
      <p:regular r:id="rId16"/>
    </p:embeddedFont>
    <p:embeddedFont>
      <p:font typeface="Roboto" charset="1" panose="02000000000000000000"/>
      <p:regular r:id="rId17"/>
    </p:embeddedFont>
    <p:embeddedFont>
      <p:font typeface="芫荽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24240" y="0"/>
            <a:ext cx="14039520" cy="10287000"/>
          </a:xfrm>
          <a:custGeom>
            <a:avLst/>
            <a:gdLst/>
            <a:ahLst/>
            <a:cxnLst/>
            <a:rect r="r" b="b" t="t" l="l"/>
            <a:pathLst>
              <a:path h="10287000" w="14039520">
                <a:moveTo>
                  <a:pt x="0" y="0"/>
                </a:moveTo>
                <a:lnTo>
                  <a:pt x="14039520" y="0"/>
                </a:lnTo>
                <a:lnTo>
                  <a:pt x="140395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6695" r="0" b="-669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464471" y="6535677"/>
            <a:ext cx="5359059" cy="643670"/>
            <a:chOff x="0" y="0"/>
            <a:chExt cx="9108599" cy="11061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09870" cy="1107440"/>
            </a:xfrm>
            <a:custGeom>
              <a:avLst/>
              <a:gdLst/>
              <a:ahLst/>
              <a:cxnLst/>
              <a:rect r="r" b="b" t="t" l="l"/>
              <a:pathLst>
                <a:path h="1107440" w="9109870">
                  <a:moveTo>
                    <a:pt x="8556149" y="45720"/>
                  </a:moveTo>
                  <a:cubicBezTo>
                    <a:pt x="8835549" y="45720"/>
                    <a:pt x="9062879" y="273050"/>
                    <a:pt x="9062879" y="552450"/>
                  </a:cubicBezTo>
                  <a:cubicBezTo>
                    <a:pt x="9062879" y="831850"/>
                    <a:pt x="8835549" y="1059180"/>
                    <a:pt x="8556149" y="1059180"/>
                  </a:cubicBezTo>
                  <a:lnTo>
                    <a:pt x="553720" y="1059180"/>
                  </a:lnTo>
                  <a:cubicBezTo>
                    <a:pt x="274320" y="1059180"/>
                    <a:pt x="46990" y="831850"/>
                    <a:pt x="46990" y="552450"/>
                  </a:cubicBezTo>
                  <a:cubicBezTo>
                    <a:pt x="46990" y="273050"/>
                    <a:pt x="274320" y="45720"/>
                    <a:pt x="553720" y="45720"/>
                  </a:cubicBezTo>
                  <a:lnTo>
                    <a:pt x="8556149" y="45720"/>
                  </a:lnTo>
                  <a:moveTo>
                    <a:pt x="8556149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8556149" y="1107440"/>
                  </a:lnTo>
                  <a:cubicBezTo>
                    <a:pt x="8862220" y="1107440"/>
                    <a:pt x="9109870" y="859790"/>
                    <a:pt x="9109870" y="553720"/>
                  </a:cubicBezTo>
                  <a:cubicBezTo>
                    <a:pt x="9108599" y="247650"/>
                    <a:pt x="8860949" y="0"/>
                    <a:pt x="85561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39662" y="3098167"/>
            <a:ext cx="16446775" cy="311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47"/>
              </a:lnSpc>
            </a:pPr>
            <a:r>
              <a:rPr lang="en-US" sz="18248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Soul Reclaimer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73412" y="6617482"/>
            <a:ext cx="574117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2D GAME BY 李麗恩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0367" y="24467"/>
            <a:ext cx="14039520" cy="10287000"/>
          </a:xfrm>
          <a:custGeom>
            <a:avLst/>
            <a:gdLst/>
            <a:ahLst/>
            <a:cxnLst/>
            <a:rect r="r" b="b" t="t" l="l"/>
            <a:pathLst>
              <a:path h="10287000" w="14039520">
                <a:moveTo>
                  <a:pt x="0" y="0"/>
                </a:moveTo>
                <a:lnTo>
                  <a:pt x="14039520" y="0"/>
                </a:lnTo>
                <a:lnTo>
                  <a:pt x="140395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6695" r="0" b="-669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90328" y="4245947"/>
            <a:ext cx="6794458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9600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Content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169982" y="4846132"/>
            <a:ext cx="3127487" cy="643670"/>
            <a:chOff x="0" y="0"/>
            <a:chExt cx="5315677" cy="11061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16948" cy="1107440"/>
            </a:xfrm>
            <a:custGeom>
              <a:avLst/>
              <a:gdLst/>
              <a:ahLst/>
              <a:cxnLst/>
              <a:rect r="r" b="b" t="t" l="l"/>
              <a:pathLst>
                <a:path h="1107440" w="5316948">
                  <a:moveTo>
                    <a:pt x="4763227" y="45720"/>
                  </a:moveTo>
                  <a:cubicBezTo>
                    <a:pt x="5042627" y="45720"/>
                    <a:pt x="5269957" y="273050"/>
                    <a:pt x="5269957" y="552450"/>
                  </a:cubicBezTo>
                  <a:cubicBezTo>
                    <a:pt x="5269957" y="831850"/>
                    <a:pt x="5042627" y="1059180"/>
                    <a:pt x="4763227" y="1059180"/>
                  </a:cubicBezTo>
                  <a:lnTo>
                    <a:pt x="553720" y="1059180"/>
                  </a:lnTo>
                  <a:cubicBezTo>
                    <a:pt x="274320" y="1059180"/>
                    <a:pt x="46990" y="831850"/>
                    <a:pt x="46990" y="552450"/>
                  </a:cubicBezTo>
                  <a:cubicBezTo>
                    <a:pt x="46990" y="273050"/>
                    <a:pt x="274320" y="45720"/>
                    <a:pt x="553720" y="45720"/>
                  </a:cubicBezTo>
                  <a:lnTo>
                    <a:pt x="4763227" y="45720"/>
                  </a:lnTo>
                  <a:moveTo>
                    <a:pt x="4763227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4763227" y="1107440"/>
                  </a:lnTo>
                  <a:cubicBezTo>
                    <a:pt x="5069298" y="1107440"/>
                    <a:pt x="5316948" y="859790"/>
                    <a:pt x="5316948" y="553720"/>
                  </a:cubicBezTo>
                  <a:cubicBezTo>
                    <a:pt x="5315677" y="247650"/>
                    <a:pt x="5068027" y="0"/>
                    <a:pt x="476322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169982" y="3336498"/>
            <a:ext cx="3127487" cy="643670"/>
            <a:chOff x="0" y="0"/>
            <a:chExt cx="5315677" cy="11061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16948" cy="1107440"/>
            </a:xfrm>
            <a:custGeom>
              <a:avLst/>
              <a:gdLst/>
              <a:ahLst/>
              <a:cxnLst/>
              <a:rect r="r" b="b" t="t" l="l"/>
              <a:pathLst>
                <a:path h="1107440" w="5316948">
                  <a:moveTo>
                    <a:pt x="4763227" y="45720"/>
                  </a:moveTo>
                  <a:cubicBezTo>
                    <a:pt x="5042627" y="45720"/>
                    <a:pt x="5269957" y="273050"/>
                    <a:pt x="5269957" y="552450"/>
                  </a:cubicBezTo>
                  <a:cubicBezTo>
                    <a:pt x="5269957" y="831850"/>
                    <a:pt x="5042627" y="1059180"/>
                    <a:pt x="4763227" y="1059180"/>
                  </a:cubicBezTo>
                  <a:lnTo>
                    <a:pt x="553720" y="1059180"/>
                  </a:lnTo>
                  <a:cubicBezTo>
                    <a:pt x="274320" y="1059180"/>
                    <a:pt x="46990" y="831850"/>
                    <a:pt x="46990" y="552450"/>
                  </a:cubicBezTo>
                  <a:cubicBezTo>
                    <a:pt x="46990" y="273050"/>
                    <a:pt x="274320" y="45720"/>
                    <a:pt x="553720" y="45720"/>
                  </a:cubicBezTo>
                  <a:lnTo>
                    <a:pt x="4763227" y="45720"/>
                  </a:lnTo>
                  <a:moveTo>
                    <a:pt x="4763227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4763227" y="1107440"/>
                  </a:lnTo>
                  <a:cubicBezTo>
                    <a:pt x="5069298" y="1107440"/>
                    <a:pt x="5316948" y="859790"/>
                    <a:pt x="5316948" y="553720"/>
                  </a:cubicBezTo>
                  <a:cubicBezTo>
                    <a:pt x="5315677" y="247650"/>
                    <a:pt x="5068027" y="0"/>
                    <a:pt x="476322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169982" y="6306832"/>
            <a:ext cx="3127487" cy="643670"/>
            <a:chOff x="0" y="0"/>
            <a:chExt cx="5315677" cy="11061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16948" cy="1107440"/>
            </a:xfrm>
            <a:custGeom>
              <a:avLst/>
              <a:gdLst/>
              <a:ahLst/>
              <a:cxnLst/>
              <a:rect r="r" b="b" t="t" l="l"/>
              <a:pathLst>
                <a:path h="1107440" w="5316948">
                  <a:moveTo>
                    <a:pt x="4763227" y="45720"/>
                  </a:moveTo>
                  <a:cubicBezTo>
                    <a:pt x="5042627" y="45720"/>
                    <a:pt x="5269957" y="273050"/>
                    <a:pt x="5269957" y="552450"/>
                  </a:cubicBezTo>
                  <a:cubicBezTo>
                    <a:pt x="5269957" y="831850"/>
                    <a:pt x="5042627" y="1059180"/>
                    <a:pt x="4763227" y="1059180"/>
                  </a:cubicBezTo>
                  <a:lnTo>
                    <a:pt x="553720" y="1059180"/>
                  </a:lnTo>
                  <a:cubicBezTo>
                    <a:pt x="274320" y="1059180"/>
                    <a:pt x="46990" y="831850"/>
                    <a:pt x="46990" y="552450"/>
                  </a:cubicBezTo>
                  <a:cubicBezTo>
                    <a:pt x="46990" y="273050"/>
                    <a:pt x="274320" y="45720"/>
                    <a:pt x="553720" y="45720"/>
                  </a:cubicBezTo>
                  <a:lnTo>
                    <a:pt x="4763227" y="45720"/>
                  </a:lnTo>
                  <a:moveTo>
                    <a:pt x="4763227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4763227" y="1107440"/>
                  </a:lnTo>
                  <a:cubicBezTo>
                    <a:pt x="5069298" y="1107440"/>
                    <a:pt x="5316948" y="859790"/>
                    <a:pt x="5316948" y="553720"/>
                  </a:cubicBezTo>
                  <a:cubicBezTo>
                    <a:pt x="5315677" y="247650"/>
                    <a:pt x="5068027" y="0"/>
                    <a:pt x="476322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613335" y="4846132"/>
            <a:ext cx="3127487" cy="643670"/>
            <a:chOff x="0" y="0"/>
            <a:chExt cx="5315677" cy="11061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16948" cy="1107440"/>
            </a:xfrm>
            <a:custGeom>
              <a:avLst/>
              <a:gdLst/>
              <a:ahLst/>
              <a:cxnLst/>
              <a:rect r="r" b="b" t="t" l="l"/>
              <a:pathLst>
                <a:path h="1107440" w="5316948">
                  <a:moveTo>
                    <a:pt x="4763227" y="45720"/>
                  </a:moveTo>
                  <a:cubicBezTo>
                    <a:pt x="5042627" y="45720"/>
                    <a:pt x="5269957" y="273050"/>
                    <a:pt x="5269957" y="552450"/>
                  </a:cubicBezTo>
                  <a:cubicBezTo>
                    <a:pt x="5269957" y="831850"/>
                    <a:pt x="5042627" y="1059180"/>
                    <a:pt x="4763227" y="1059180"/>
                  </a:cubicBezTo>
                  <a:lnTo>
                    <a:pt x="553720" y="1059180"/>
                  </a:lnTo>
                  <a:cubicBezTo>
                    <a:pt x="274320" y="1059180"/>
                    <a:pt x="46990" y="831850"/>
                    <a:pt x="46990" y="552450"/>
                  </a:cubicBezTo>
                  <a:cubicBezTo>
                    <a:pt x="46990" y="273050"/>
                    <a:pt x="274320" y="45720"/>
                    <a:pt x="553720" y="45720"/>
                  </a:cubicBezTo>
                  <a:lnTo>
                    <a:pt x="4763227" y="45720"/>
                  </a:lnTo>
                  <a:moveTo>
                    <a:pt x="4763227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4763227" y="1107440"/>
                  </a:lnTo>
                  <a:cubicBezTo>
                    <a:pt x="5069298" y="1107440"/>
                    <a:pt x="5316948" y="859790"/>
                    <a:pt x="5316948" y="553720"/>
                  </a:cubicBezTo>
                  <a:cubicBezTo>
                    <a:pt x="5315677" y="247650"/>
                    <a:pt x="5068027" y="0"/>
                    <a:pt x="476322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613335" y="3336498"/>
            <a:ext cx="3127487" cy="643670"/>
            <a:chOff x="0" y="0"/>
            <a:chExt cx="5315677" cy="11061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16948" cy="1107440"/>
            </a:xfrm>
            <a:custGeom>
              <a:avLst/>
              <a:gdLst/>
              <a:ahLst/>
              <a:cxnLst/>
              <a:rect r="r" b="b" t="t" l="l"/>
              <a:pathLst>
                <a:path h="1107440" w="5316948">
                  <a:moveTo>
                    <a:pt x="4763227" y="45720"/>
                  </a:moveTo>
                  <a:cubicBezTo>
                    <a:pt x="5042627" y="45720"/>
                    <a:pt x="5269957" y="273050"/>
                    <a:pt x="5269957" y="552450"/>
                  </a:cubicBezTo>
                  <a:cubicBezTo>
                    <a:pt x="5269957" y="831850"/>
                    <a:pt x="5042627" y="1059180"/>
                    <a:pt x="4763227" y="1059180"/>
                  </a:cubicBezTo>
                  <a:lnTo>
                    <a:pt x="553720" y="1059180"/>
                  </a:lnTo>
                  <a:cubicBezTo>
                    <a:pt x="274320" y="1059180"/>
                    <a:pt x="46990" y="831850"/>
                    <a:pt x="46990" y="552450"/>
                  </a:cubicBezTo>
                  <a:cubicBezTo>
                    <a:pt x="46990" y="273050"/>
                    <a:pt x="274320" y="45720"/>
                    <a:pt x="553720" y="45720"/>
                  </a:cubicBezTo>
                  <a:lnTo>
                    <a:pt x="4763227" y="45720"/>
                  </a:lnTo>
                  <a:moveTo>
                    <a:pt x="4763227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4763227" y="1107440"/>
                  </a:lnTo>
                  <a:cubicBezTo>
                    <a:pt x="5069298" y="1107440"/>
                    <a:pt x="5316948" y="859790"/>
                    <a:pt x="5316948" y="553720"/>
                  </a:cubicBezTo>
                  <a:cubicBezTo>
                    <a:pt x="5315677" y="247650"/>
                    <a:pt x="5068027" y="0"/>
                    <a:pt x="476322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613335" y="6306832"/>
            <a:ext cx="3127487" cy="643670"/>
            <a:chOff x="0" y="0"/>
            <a:chExt cx="5315677" cy="11061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16948" cy="1107440"/>
            </a:xfrm>
            <a:custGeom>
              <a:avLst/>
              <a:gdLst/>
              <a:ahLst/>
              <a:cxnLst/>
              <a:rect r="r" b="b" t="t" l="l"/>
              <a:pathLst>
                <a:path h="1107440" w="5316948">
                  <a:moveTo>
                    <a:pt x="4763227" y="45720"/>
                  </a:moveTo>
                  <a:cubicBezTo>
                    <a:pt x="5042627" y="45720"/>
                    <a:pt x="5269957" y="273050"/>
                    <a:pt x="5269957" y="552450"/>
                  </a:cubicBezTo>
                  <a:cubicBezTo>
                    <a:pt x="5269957" y="831850"/>
                    <a:pt x="5042627" y="1059180"/>
                    <a:pt x="4763227" y="1059180"/>
                  </a:cubicBezTo>
                  <a:lnTo>
                    <a:pt x="553720" y="1059180"/>
                  </a:lnTo>
                  <a:cubicBezTo>
                    <a:pt x="274320" y="1059180"/>
                    <a:pt x="46990" y="831850"/>
                    <a:pt x="46990" y="552450"/>
                  </a:cubicBezTo>
                  <a:cubicBezTo>
                    <a:pt x="46990" y="273050"/>
                    <a:pt x="274320" y="45720"/>
                    <a:pt x="553720" y="45720"/>
                  </a:cubicBezTo>
                  <a:lnTo>
                    <a:pt x="4763227" y="45720"/>
                  </a:lnTo>
                  <a:moveTo>
                    <a:pt x="4763227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4763227" y="1107440"/>
                  </a:lnTo>
                  <a:cubicBezTo>
                    <a:pt x="5069298" y="1107440"/>
                    <a:pt x="5316948" y="859790"/>
                    <a:pt x="5316948" y="553720"/>
                  </a:cubicBezTo>
                  <a:cubicBezTo>
                    <a:pt x="5315677" y="247650"/>
                    <a:pt x="5068027" y="0"/>
                    <a:pt x="476322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350127" y="4927937"/>
            <a:ext cx="365390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CONCEPT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50127" y="3418303"/>
            <a:ext cx="365390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PLAYER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50127" y="6388637"/>
            <a:ext cx="365390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SCOPE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10516" y="3418303"/>
            <a:ext cx="365390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ENEMY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06774" y="6392447"/>
            <a:ext cx="365390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REFRENCE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06774" y="4927937"/>
            <a:ext cx="365390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MAP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4765" y="0"/>
            <a:ext cx="14039520" cy="10287000"/>
          </a:xfrm>
          <a:custGeom>
            <a:avLst/>
            <a:gdLst/>
            <a:ahLst/>
            <a:cxnLst/>
            <a:rect r="r" b="b" t="t" l="l"/>
            <a:pathLst>
              <a:path h="10287000" w="14039520">
                <a:moveTo>
                  <a:pt x="0" y="0"/>
                </a:moveTo>
                <a:lnTo>
                  <a:pt x="14039520" y="0"/>
                </a:lnTo>
                <a:lnTo>
                  <a:pt x="140395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6695" r="0" b="-66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38235" y="-951575"/>
            <a:ext cx="2342980" cy="13086010"/>
          </a:xfrm>
          <a:custGeom>
            <a:avLst/>
            <a:gdLst/>
            <a:ahLst/>
            <a:cxnLst/>
            <a:rect r="r" b="b" t="t" l="l"/>
            <a:pathLst>
              <a:path h="13086010" w="2342980">
                <a:moveTo>
                  <a:pt x="0" y="0"/>
                </a:moveTo>
                <a:lnTo>
                  <a:pt x="2342980" y="0"/>
                </a:lnTo>
                <a:lnTo>
                  <a:pt x="2342980" y="13086010"/>
                </a:lnTo>
                <a:lnTo>
                  <a:pt x="0" y="130860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1811" t="0" r="-3143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71690" y="-951575"/>
            <a:ext cx="2237394" cy="12935690"/>
          </a:xfrm>
          <a:custGeom>
            <a:avLst/>
            <a:gdLst/>
            <a:ahLst/>
            <a:cxnLst/>
            <a:rect r="r" b="b" t="t" l="l"/>
            <a:pathLst>
              <a:path h="12935690" w="2237394">
                <a:moveTo>
                  <a:pt x="0" y="0"/>
                </a:moveTo>
                <a:lnTo>
                  <a:pt x="2237394" y="0"/>
                </a:lnTo>
                <a:lnTo>
                  <a:pt x="2237394" y="12935690"/>
                </a:lnTo>
                <a:lnTo>
                  <a:pt x="0" y="129356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9681" t="0" r="-132909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09084" y="-1377293"/>
            <a:ext cx="2440334" cy="11664293"/>
          </a:xfrm>
          <a:custGeom>
            <a:avLst/>
            <a:gdLst/>
            <a:ahLst/>
            <a:cxnLst/>
            <a:rect r="r" b="b" t="t" l="l"/>
            <a:pathLst>
              <a:path h="11664293" w="2440334">
                <a:moveTo>
                  <a:pt x="0" y="0"/>
                </a:moveTo>
                <a:lnTo>
                  <a:pt x="2440333" y="0"/>
                </a:lnTo>
                <a:lnTo>
                  <a:pt x="2440333" y="11664293"/>
                </a:lnTo>
                <a:lnTo>
                  <a:pt x="0" y="116642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1068" t="0" r="-57139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14450"/>
            <a:ext cx="8574983" cy="165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9600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Game concept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684507"/>
            <a:ext cx="10346632" cy="4473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0"/>
              </a:lnSpc>
            </a:pPr>
            <a:r>
              <a:rPr lang="en-US" sz="256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The concept of this game is about speed and treasure hunting.</a:t>
            </a:r>
          </a:p>
          <a:p>
            <a:pPr algn="l">
              <a:lnSpc>
                <a:spcPts val="5120"/>
              </a:lnSpc>
            </a:pPr>
            <a:r>
              <a:rPr lang="en-US" sz="256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Players must move quickly to collect treasures scattered across the map before time runs out.</a:t>
            </a:r>
          </a:p>
          <a:p>
            <a:pPr algn="l">
              <a:lnSpc>
                <a:spcPts val="5120"/>
              </a:lnSpc>
            </a:pPr>
            <a:r>
              <a:rPr lang="en-US" sz="256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The game features </a:t>
            </a:r>
            <a:r>
              <a:rPr lang="en-US" sz="2560" u="sng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three different maps</a:t>
            </a:r>
            <a:r>
              <a:rPr lang="en-US" sz="256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, each with its own level of difficulty and unique challenges.</a:t>
            </a:r>
          </a:p>
          <a:p>
            <a:pPr algn="l">
              <a:lnSpc>
                <a:spcPts val="5120"/>
              </a:lnSpc>
            </a:pPr>
            <a:r>
              <a:rPr lang="en-US" sz="256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This game tests the player’s reaction speed, movement accuracy, and ability to plan routes efficiently while avoiding obstacles.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24240" y="0"/>
            <a:ext cx="14039520" cy="10287000"/>
          </a:xfrm>
          <a:custGeom>
            <a:avLst/>
            <a:gdLst/>
            <a:ahLst/>
            <a:cxnLst/>
            <a:rect r="r" b="b" t="t" l="l"/>
            <a:pathLst>
              <a:path h="10287000" w="14039520">
                <a:moveTo>
                  <a:pt x="0" y="0"/>
                </a:moveTo>
                <a:lnTo>
                  <a:pt x="14039520" y="0"/>
                </a:lnTo>
                <a:lnTo>
                  <a:pt x="140395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6695" r="0" b="-66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3853" y="880040"/>
            <a:ext cx="7307409" cy="8526920"/>
          </a:xfrm>
          <a:custGeom>
            <a:avLst/>
            <a:gdLst/>
            <a:ahLst/>
            <a:cxnLst/>
            <a:rect r="r" b="b" t="t" l="l"/>
            <a:pathLst>
              <a:path h="8526920" w="7307409">
                <a:moveTo>
                  <a:pt x="0" y="0"/>
                </a:moveTo>
                <a:lnTo>
                  <a:pt x="7307409" y="0"/>
                </a:lnTo>
                <a:lnTo>
                  <a:pt x="7307409" y="8526920"/>
                </a:lnTo>
                <a:lnTo>
                  <a:pt x="0" y="85269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000"/>
            </a:blip>
            <a:stretch>
              <a:fillRect l="-787" t="-45079" r="-787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340618" y="960147"/>
            <a:ext cx="9355370" cy="165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9600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Player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40618" y="2834534"/>
            <a:ext cx="8316147" cy="2632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8"/>
              </a:lnSpc>
            </a:pPr>
            <a:r>
              <a:rPr lang="en-US" sz="2664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I created the character so it can move in four directions: left, right, front, and back, making it look like a 3D character in a 2D game. This makes the gameplay feel more dynamic and realistic.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433864" y="6177114"/>
            <a:ext cx="2826315" cy="2898919"/>
          </a:xfrm>
          <a:custGeom>
            <a:avLst/>
            <a:gdLst/>
            <a:ahLst/>
            <a:cxnLst/>
            <a:rect r="r" b="b" t="t" l="l"/>
            <a:pathLst>
              <a:path h="2898919" w="2826315">
                <a:moveTo>
                  <a:pt x="0" y="0"/>
                </a:moveTo>
                <a:lnTo>
                  <a:pt x="2826315" y="0"/>
                </a:lnTo>
                <a:lnTo>
                  <a:pt x="2826315" y="2898919"/>
                </a:lnTo>
                <a:lnTo>
                  <a:pt x="0" y="28989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000"/>
            </a:blip>
            <a:stretch>
              <a:fillRect l="-111695" t="-622912" r="-413299" b="-29265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65652" y="6711942"/>
            <a:ext cx="3133940" cy="2364091"/>
          </a:xfrm>
          <a:custGeom>
            <a:avLst/>
            <a:gdLst/>
            <a:ahLst/>
            <a:cxnLst/>
            <a:rect r="r" b="b" t="t" l="l"/>
            <a:pathLst>
              <a:path h="2364091" w="3133940">
                <a:moveTo>
                  <a:pt x="0" y="0"/>
                </a:moveTo>
                <a:lnTo>
                  <a:pt x="3133940" y="0"/>
                </a:lnTo>
                <a:lnTo>
                  <a:pt x="3133940" y="2364091"/>
                </a:lnTo>
                <a:lnTo>
                  <a:pt x="0" y="236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000"/>
            </a:blip>
            <a:stretch>
              <a:fillRect l="-87109" t="-915394" r="-380557" b="-23881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819986" y="6309797"/>
            <a:ext cx="2973428" cy="2948503"/>
          </a:xfrm>
          <a:custGeom>
            <a:avLst/>
            <a:gdLst/>
            <a:ahLst/>
            <a:cxnLst/>
            <a:rect r="r" b="b" t="t" l="l"/>
            <a:pathLst>
              <a:path h="2948503" w="2973428">
                <a:moveTo>
                  <a:pt x="0" y="0"/>
                </a:moveTo>
                <a:lnTo>
                  <a:pt x="2973428" y="0"/>
                </a:lnTo>
                <a:lnTo>
                  <a:pt x="2973428" y="2948503"/>
                </a:lnTo>
                <a:lnTo>
                  <a:pt x="0" y="29485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000"/>
            </a:blip>
            <a:stretch>
              <a:fillRect l="-103227" t="-848187" r="-413340" b="-88111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4125360" y="6711942"/>
            <a:ext cx="3133940" cy="2364091"/>
          </a:xfrm>
          <a:custGeom>
            <a:avLst/>
            <a:gdLst/>
            <a:ahLst/>
            <a:cxnLst/>
            <a:rect r="r" b="b" t="t" l="l"/>
            <a:pathLst>
              <a:path h="2364091" w="3133940">
                <a:moveTo>
                  <a:pt x="3133940" y="0"/>
                </a:moveTo>
                <a:lnTo>
                  <a:pt x="0" y="0"/>
                </a:lnTo>
                <a:lnTo>
                  <a:pt x="0" y="2364091"/>
                </a:lnTo>
                <a:lnTo>
                  <a:pt x="3133940" y="2364091"/>
                </a:lnTo>
                <a:lnTo>
                  <a:pt x="3133940" y="0"/>
                </a:lnTo>
                <a:close/>
              </a:path>
            </a:pathLst>
          </a:custGeom>
          <a:blipFill>
            <a:blip r:embed="rId3">
              <a:alphaModFix amt="79000"/>
            </a:blip>
            <a:stretch>
              <a:fillRect l="-87109" t="-915394" r="-380557" b="-238811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24240" y="-175718"/>
            <a:ext cx="14039520" cy="10287000"/>
          </a:xfrm>
          <a:custGeom>
            <a:avLst/>
            <a:gdLst/>
            <a:ahLst/>
            <a:cxnLst/>
            <a:rect r="r" b="b" t="t" l="l"/>
            <a:pathLst>
              <a:path h="10287000" w="14039520">
                <a:moveTo>
                  <a:pt x="0" y="0"/>
                </a:moveTo>
                <a:lnTo>
                  <a:pt x="14039520" y="0"/>
                </a:lnTo>
                <a:lnTo>
                  <a:pt x="140395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6695" r="0" b="-66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925216"/>
            <a:ext cx="5989218" cy="3673387"/>
          </a:xfrm>
          <a:custGeom>
            <a:avLst/>
            <a:gdLst/>
            <a:ahLst/>
            <a:cxnLst/>
            <a:rect r="r" b="b" t="t" l="l"/>
            <a:pathLst>
              <a:path h="3673387" w="5989218">
                <a:moveTo>
                  <a:pt x="0" y="0"/>
                </a:moveTo>
                <a:lnTo>
                  <a:pt x="5989218" y="0"/>
                </a:lnTo>
                <a:lnTo>
                  <a:pt x="5989218" y="3673387"/>
                </a:lnTo>
                <a:lnTo>
                  <a:pt x="0" y="36733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 l="0" t="-112040" r="-14349" b="-13420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5281" y="4136760"/>
            <a:ext cx="2758656" cy="1662043"/>
          </a:xfrm>
          <a:custGeom>
            <a:avLst/>
            <a:gdLst/>
            <a:ahLst/>
            <a:cxnLst/>
            <a:rect r="r" b="b" t="t" l="l"/>
            <a:pathLst>
              <a:path h="1662043" w="2758656">
                <a:moveTo>
                  <a:pt x="0" y="0"/>
                </a:moveTo>
                <a:lnTo>
                  <a:pt x="2758656" y="0"/>
                </a:lnTo>
                <a:lnTo>
                  <a:pt x="2758656" y="1662043"/>
                </a:lnTo>
                <a:lnTo>
                  <a:pt x="0" y="16620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95" t="-34877" r="-572494" b="-194854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20975" y="4050283"/>
            <a:ext cx="4997109" cy="1390973"/>
          </a:xfrm>
          <a:custGeom>
            <a:avLst/>
            <a:gdLst/>
            <a:ahLst/>
            <a:cxnLst/>
            <a:rect r="r" b="b" t="t" l="l"/>
            <a:pathLst>
              <a:path h="1390973" w="4997109">
                <a:moveTo>
                  <a:pt x="0" y="0"/>
                </a:moveTo>
                <a:lnTo>
                  <a:pt x="4997110" y="0"/>
                </a:lnTo>
                <a:lnTo>
                  <a:pt x="4997110" y="1390973"/>
                </a:lnTo>
                <a:lnTo>
                  <a:pt x="0" y="13909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6000"/>
            </a:blip>
            <a:stretch>
              <a:fillRect l="-15912" t="0" r="-218113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511450" y="2559404"/>
            <a:ext cx="4740366" cy="1404180"/>
          </a:xfrm>
          <a:custGeom>
            <a:avLst/>
            <a:gdLst/>
            <a:ahLst/>
            <a:cxnLst/>
            <a:rect r="r" b="b" t="t" l="l"/>
            <a:pathLst>
              <a:path h="1404180" w="4740366">
                <a:moveTo>
                  <a:pt x="0" y="0"/>
                </a:moveTo>
                <a:lnTo>
                  <a:pt x="4740367" y="0"/>
                </a:lnTo>
                <a:lnTo>
                  <a:pt x="4740367" y="1404180"/>
                </a:lnTo>
                <a:lnTo>
                  <a:pt x="0" y="14041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6000"/>
            </a:blip>
            <a:stretch>
              <a:fillRect l="-149778" t="0" r="-6125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644854" y="2089637"/>
            <a:ext cx="3935733" cy="5553307"/>
          </a:xfrm>
          <a:custGeom>
            <a:avLst/>
            <a:gdLst/>
            <a:ahLst/>
            <a:cxnLst/>
            <a:rect r="r" b="b" t="t" l="l"/>
            <a:pathLst>
              <a:path h="5553307" w="3935733">
                <a:moveTo>
                  <a:pt x="0" y="0"/>
                </a:moveTo>
                <a:lnTo>
                  <a:pt x="3935733" y="0"/>
                </a:lnTo>
                <a:lnTo>
                  <a:pt x="3935733" y="5553308"/>
                </a:lnTo>
                <a:lnTo>
                  <a:pt x="0" y="55533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16020" t="0" r="-53876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78125" y="5526981"/>
            <a:ext cx="4793973" cy="1390973"/>
          </a:xfrm>
          <a:custGeom>
            <a:avLst/>
            <a:gdLst/>
            <a:ahLst/>
            <a:cxnLst/>
            <a:rect r="r" b="b" t="t" l="l"/>
            <a:pathLst>
              <a:path h="1390973" w="4793973">
                <a:moveTo>
                  <a:pt x="0" y="0"/>
                </a:moveTo>
                <a:lnTo>
                  <a:pt x="4793973" y="0"/>
                </a:lnTo>
                <a:lnTo>
                  <a:pt x="4793973" y="1390973"/>
                </a:lnTo>
                <a:lnTo>
                  <a:pt x="0" y="13909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6000"/>
            </a:blip>
            <a:stretch>
              <a:fillRect l="-147944" t="0" r="-100236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170783" y="5527956"/>
            <a:ext cx="5818222" cy="1078801"/>
          </a:xfrm>
          <a:custGeom>
            <a:avLst/>
            <a:gdLst/>
            <a:ahLst/>
            <a:cxnLst/>
            <a:rect r="r" b="b" t="t" l="l"/>
            <a:pathLst>
              <a:path h="1078801" w="5818222">
                <a:moveTo>
                  <a:pt x="0" y="0"/>
                </a:moveTo>
                <a:lnTo>
                  <a:pt x="5818222" y="0"/>
                </a:lnTo>
                <a:lnTo>
                  <a:pt x="5818222" y="1078801"/>
                </a:lnTo>
                <a:lnTo>
                  <a:pt x="0" y="10788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6000"/>
            </a:blip>
            <a:stretch>
              <a:fillRect l="-442" t="-8341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113485" y="2853681"/>
            <a:ext cx="5864962" cy="1173908"/>
          </a:xfrm>
          <a:custGeom>
            <a:avLst/>
            <a:gdLst/>
            <a:ahLst/>
            <a:cxnLst/>
            <a:rect r="r" b="b" t="t" l="l"/>
            <a:pathLst>
              <a:path h="1173908" w="5864962">
                <a:moveTo>
                  <a:pt x="0" y="0"/>
                </a:moveTo>
                <a:lnTo>
                  <a:pt x="5864962" y="0"/>
                </a:lnTo>
                <a:lnTo>
                  <a:pt x="5864962" y="1173908"/>
                </a:lnTo>
                <a:lnTo>
                  <a:pt x="0" y="11739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</a:blip>
            <a:stretch>
              <a:fillRect l="0" t="0" r="-40109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170783" y="4298632"/>
            <a:ext cx="5750365" cy="1154369"/>
          </a:xfrm>
          <a:custGeom>
            <a:avLst/>
            <a:gdLst/>
            <a:ahLst/>
            <a:cxnLst/>
            <a:rect r="r" b="b" t="t" l="l"/>
            <a:pathLst>
              <a:path h="1154369" w="5750365">
                <a:moveTo>
                  <a:pt x="0" y="0"/>
                </a:moveTo>
                <a:lnTo>
                  <a:pt x="5750365" y="0"/>
                </a:lnTo>
                <a:lnTo>
                  <a:pt x="5750365" y="1154369"/>
                </a:lnTo>
                <a:lnTo>
                  <a:pt x="0" y="11543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26000"/>
            </a:blip>
            <a:stretch>
              <a:fillRect l="0" t="0" r="-20448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519244" y="3261494"/>
            <a:ext cx="3472473" cy="3447172"/>
          </a:xfrm>
          <a:custGeom>
            <a:avLst/>
            <a:gdLst/>
            <a:ahLst/>
            <a:cxnLst/>
            <a:rect r="r" b="b" t="t" l="l"/>
            <a:pathLst>
              <a:path h="3447172" w="3472473">
                <a:moveTo>
                  <a:pt x="0" y="0"/>
                </a:moveTo>
                <a:lnTo>
                  <a:pt x="3472474" y="0"/>
                </a:lnTo>
                <a:lnTo>
                  <a:pt x="3472474" y="3447172"/>
                </a:lnTo>
                <a:lnTo>
                  <a:pt x="0" y="34471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96356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926215" y="3261494"/>
            <a:ext cx="3745379" cy="1404180"/>
          </a:xfrm>
          <a:custGeom>
            <a:avLst/>
            <a:gdLst/>
            <a:ahLst/>
            <a:cxnLst/>
            <a:rect r="r" b="b" t="t" l="l"/>
            <a:pathLst>
              <a:path h="1404180" w="3745379">
                <a:moveTo>
                  <a:pt x="0" y="0"/>
                </a:moveTo>
                <a:lnTo>
                  <a:pt x="3745379" y="0"/>
                </a:lnTo>
                <a:lnTo>
                  <a:pt x="3745379" y="1404180"/>
                </a:lnTo>
                <a:lnTo>
                  <a:pt x="0" y="14041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6000"/>
            </a:blip>
            <a:stretch>
              <a:fillRect l="-62340" t="0" r="-231315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926215" y="613721"/>
            <a:ext cx="4167580" cy="165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9600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Enemy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825" y="6482932"/>
            <a:ext cx="5471813" cy="196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15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Enemy 1 — Contact Damage</a:t>
            </a:r>
          </a:p>
          <a:p>
            <a:pPr algn="l" marL="345439" indent="-172720" lvl="1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Behavior : Does not actively attack.</a:t>
            </a:r>
          </a:p>
          <a:p>
            <a:pPr algn="l" marL="345439" indent="-172720" lvl="1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Effect     : When the player touches it,  the player</a:t>
            </a:r>
          </a:p>
          <a:p>
            <a:pPr algn="l">
              <a:lnSpc>
                <a:spcPts val="3199"/>
              </a:lnSpc>
            </a:pPr>
            <a:r>
              <a:rPr lang="en-US" sz="15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                    </a:t>
            </a:r>
            <a:r>
              <a:rPr lang="en-US" sz="15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loses</a:t>
            </a:r>
            <a:r>
              <a:rPr lang="en-US" sz="15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 </a:t>
            </a:r>
            <a:r>
              <a:rPr lang="en-US" sz="15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1 HP.</a:t>
            </a:r>
          </a:p>
          <a:p>
            <a:pPr algn="l">
              <a:lnSpc>
                <a:spcPts val="319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119513" y="6631968"/>
            <a:ext cx="5524242" cy="2361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15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Enemy 2 — Aggressive Fighter</a:t>
            </a:r>
          </a:p>
          <a:p>
            <a:pPr algn="l" marL="345439" indent="-172720" lvl="1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Behavior : Moves toward the player once detected </a:t>
            </a:r>
          </a:p>
          <a:p>
            <a:pPr algn="l">
              <a:lnSpc>
                <a:spcPts val="3199"/>
              </a:lnSpc>
            </a:pPr>
            <a:r>
              <a:rPr lang="en-US" sz="15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                    </a:t>
            </a:r>
            <a:r>
              <a:rPr lang="en-US" sz="15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within a certain range.</a:t>
            </a:r>
          </a:p>
          <a:p>
            <a:pPr algn="l" marL="345439" indent="-172720" lvl="1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Effect     : When the player touches it,  </a:t>
            </a:r>
          </a:p>
          <a:p>
            <a:pPr algn="l">
              <a:lnSpc>
                <a:spcPts val="3199"/>
              </a:lnSpc>
            </a:pPr>
            <a:r>
              <a:rPr lang="en-US" sz="15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                    </a:t>
            </a:r>
            <a:r>
              <a:rPr lang="en-US" sz="15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the player loses 1 HP</a:t>
            </a:r>
          </a:p>
          <a:p>
            <a:pPr algn="l">
              <a:lnSpc>
                <a:spcPts val="319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005705" y="6622443"/>
            <a:ext cx="6410286" cy="3571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Enemy 3 — Boss: The Bubble Master</a:t>
            </a:r>
          </a:p>
          <a:p>
            <a:pPr algn="l" marL="345441" indent="-172721" lvl="1">
              <a:lnSpc>
                <a:spcPts val="320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M</a:t>
            </a:r>
            <a:r>
              <a:rPr lang="en-US" sz="16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ain Attack: Releases bubbles that players must destroy.</a:t>
            </a:r>
          </a:p>
          <a:p>
            <a:pPr algn="l" marL="345441" indent="-172721" lvl="1">
              <a:lnSpc>
                <a:spcPts val="320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Mechanics:</a:t>
            </a:r>
          </a:p>
          <a:p>
            <a:pPr algn="l" marL="345441" indent="-172721" lvl="1">
              <a:lnSpc>
                <a:spcPts val="3200"/>
              </a:lnSpc>
              <a:buAutoNum type="arabicPeriod" startAt="1"/>
            </a:pPr>
            <a:r>
              <a:rPr lang="en-US" sz="16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When the player attacks a bubble, the Boss loses HP.</a:t>
            </a:r>
          </a:p>
          <a:p>
            <a:pPr algn="l" marL="345441" indent="-172721" lvl="1">
              <a:lnSpc>
                <a:spcPts val="3200"/>
              </a:lnSpc>
              <a:buAutoNum type="arabicPeriod" startAt="1"/>
            </a:pPr>
            <a:r>
              <a:rPr lang="en-US" sz="16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The Boss also releases a tracking entity that cannot be avoided or destroyed, and if it touches the player, they lose HP.</a:t>
            </a:r>
          </a:p>
          <a:p>
            <a:pPr algn="l">
              <a:lnSpc>
                <a:spcPts val="3200"/>
              </a:lnSpc>
            </a:pPr>
          </a:p>
          <a:p>
            <a:pPr algn="l">
              <a:lnSpc>
                <a:spcPts val="3200"/>
              </a:lnSpc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869275" y="5096713"/>
            <a:ext cx="3711312" cy="1404180"/>
          </a:xfrm>
          <a:custGeom>
            <a:avLst/>
            <a:gdLst/>
            <a:ahLst/>
            <a:cxnLst/>
            <a:rect r="r" b="b" t="t" l="l"/>
            <a:pathLst>
              <a:path h="1404180" w="3711312">
                <a:moveTo>
                  <a:pt x="0" y="0"/>
                </a:moveTo>
                <a:lnTo>
                  <a:pt x="3711312" y="0"/>
                </a:lnTo>
                <a:lnTo>
                  <a:pt x="3711312" y="1404180"/>
                </a:lnTo>
                <a:lnTo>
                  <a:pt x="0" y="14041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6000"/>
            </a:blip>
            <a:stretch>
              <a:fillRect l="-175206" t="0" r="-122062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35149" y="0"/>
            <a:ext cx="14039520" cy="10287000"/>
          </a:xfrm>
          <a:custGeom>
            <a:avLst/>
            <a:gdLst/>
            <a:ahLst/>
            <a:cxnLst/>
            <a:rect r="r" b="b" t="t" l="l"/>
            <a:pathLst>
              <a:path h="10287000" w="14039520">
                <a:moveTo>
                  <a:pt x="0" y="0"/>
                </a:moveTo>
                <a:lnTo>
                  <a:pt x="14039520" y="0"/>
                </a:lnTo>
                <a:lnTo>
                  <a:pt x="140395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6695" r="0" b="-66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0100" y="1028700"/>
            <a:ext cx="11938000" cy="8229600"/>
          </a:xfrm>
          <a:custGeom>
            <a:avLst/>
            <a:gdLst/>
            <a:ahLst/>
            <a:cxnLst/>
            <a:rect r="r" b="b" t="t" l="l"/>
            <a:pathLst>
              <a:path h="8229600" w="11938000">
                <a:moveTo>
                  <a:pt x="0" y="0"/>
                </a:moveTo>
                <a:lnTo>
                  <a:pt x="11938000" y="0"/>
                </a:lnTo>
                <a:lnTo>
                  <a:pt x="11938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35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93549" y="506093"/>
            <a:ext cx="2351102" cy="778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9"/>
              </a:lnSpc>
            </a:pPr>
            <a:r>
              <a:rPr lang="en-US" sz="33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Snow Zone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39222" y="2730493"/>
            <a:ext cx="4423379" cy="217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8"/>
              </a:lnSpc>
            </a:pPr>
            <a:r>
              <a:rPr lang="en-US" sz="126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Scope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0100" y="8735693"/>
            <a:ext cx="2778222" cy="778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9"/>
              </a:lnSpc>
            </a:pPr>
            <a:r>
              <a:rPr lang="en-US" sz="33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Forest Zone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60999" y="4763623"/>
            <a:ext cx="2778222" cy="778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9"/>
              </a:lnSpc>
            </a:pPr>
            <a:r>
              <a:rPr lang="en-US" sz="33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Desert Zone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39222" y="5086204"/>
            <a:ext cx="4810019" cy="256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25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Each zone has its own theme and  enemies encouraging full exploration of the world to complete the main quest.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24240" y="0"/>
            <a:ext cx="14039520" cy="10287000"/>
          </a:xfrm>
          <a:custGeom>
            <a:avLst/>
            <a:gdLst/>
            <a:ahLst/>
            <a:cxnLst/>
            <a:rect r="r" b="b" t="t" l="l"/>
            <a:pathLst>
              <a:path h="10287000" w="14039520">
                <a:moveTo>
                  <a:pt x="0" y="0"/>
                </a:moveTo>
                <a:lnTo>
                  <a:pt x="14039520" y="0"/>
                </a:lnTo>
                <a:lnTo>
                  <a:pt x="140395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6695" r="0" b="-669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8392362" cy="109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6400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Map 1 — Forest Zone: The First Challenge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53769" y="3044055"/>
            <a:ext cx="9058240" cy="5004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9"/>
              </a:lnSpc>
            </a:pPr>
            <a:r>
              <a:rPr lang="en-US" sz="201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Welcome to the Forest Zone, the first area of your journey.</a:t>
            </a:r>
          </a:p>
          <a:p>
            <a:pPr algn="l">
              <a:lnSpc>
                <a:spcPts val="4039"/>
              </a:lnSpc>
            </a:pPr>
            <a:r>
              <a:rPr lang="en-US" sz="201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 This peaceful-looking land hides danger among its trees.</a:t>
            </a:r>
          </a:p>
          <a:p>
            <a:pPr algn="l" marL="436082" indent="-218041" lvl="1">
              <a:lnSpc>
                <a:spcPts val="4039"/>
              </a:lnSpc>
              <a:buFont typeface="Arial"/>
              <a:buChar char="•"/>
            </a:pPr>
            <a:r>
              <a:rPr lang="en-US" sz="201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🧟‍♂️ Around 20 enemies roam throughout the map.</a:t>
            </a:r>
          </a:p>
          <a:p>
            <a:pPr algn="l" marL="436082" indent="-218041" lvl="1">
              <a:lnSpc>
                <a:spcPts val="4039"/>
              </a:lnSpc>
              <a:buFont typeface="Arial"/>
              <a:buChar char="•"/>
            </a:pPr>
            <a:r>
              <a:rPr lang="en-US" sz="201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⏱️ You have 2 minutes to defeat all 20 enemies.</a:t>
            </a:r>
          </a:p>
          <a:p>
            <a:pPr algn="l" marL="436082" indent="-218041" lvl="1">
              <a:lnSpc>
                <a:spcPts val="4039"/>
              </a:lnSpc>
              <a:buFont typeface="Arial"/>
              <a:buChar char="•"/>
            </a:pPr>
            <a:r>
              <a:rPr lang="en-US" sz="201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💎 While fighting, you must also collect hidden treasures scattered around the map.</a:t>
            </a:r>
          </a:p>
          <a:p>
            <a:pPr algn="l" marL="436082" indent="-218041" lvl="1">
              <a:lnSpc>
                <a:spcPts val="4039"/>
              </a:lnSpc>
              <a:buFont typeface="Arial"/>
              <a:buChar char="•"/>
            </a:pPr>
            <a:r>
              <a:rPr lang="en-US" sz="201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💊 Medipacks may appear with a 30% chance, allowing you to recover some HP during battle.</a:t>
            </a:r>
          </a:p>
          <a:p>
            <a:pPr algn="l" marL="436082" indent="-218041" lvl="1">
              <a:lnSpc>
                <a:spcPts val="4039"/>
              </a:lnSpc>
              <a:buFont typeface="Arial"/>
              <a:buChar char="•"/>
            </a:pPr>
            <a:r>
              <a:rPr lang="en-US" sz="201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🚪 Once all enemies are defeated and treasures collected, a portal will open, allowing you to proceed to the next map.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41537" y="3143848"/>
            <a:ext cx="6276690" cy="4967300"/>
          </a:xfrm>
          <a:custGeom>
            <a:avLst/>
            <a:gdLst/>
            <a:ahLst/>
            <a:cxnLst/>
            <a:rect r="r" b="b" t="t" l="l"/>
            <a:pathLst>
              <a:path h="4967300" w="6276690">
                <a:moveTo>
                  <a:pt x="0" y="0"/>
                </a:moveTo>
                <a:lnTo>
                  <a:pt x="6276690" y="0"/>
                </a:lnTo>
                <a:lnTo>
                  <a:pt x="6276690" y="4967300"/>
                </a:lnTo>
                <a:lnTo>
                  <a:pt x="0" y="4967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7563" r="-136778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79746" y="8788552"/>
            <a:ext cx="11928509" cy="469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9"/>
              </a:lnSpc>
            </a:pPr>
            <a:r>
              <a:rPr lang="en-US" sz="201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This stage tests your speed, awareness, and strategy — defeat all enemies before time runs out!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24240" y="0"/>
            <a:ext cx="14039520" cy="10287000"/>
          </a:xfrm>
          <a:custGeom>
            <a:avLst/>
            <a:gdLst/>
            <a:ahLst/>
            <a:cxnLst/>
            <a:rect r="r" b="b" t="t" l="l"/>
            <a:pathLst>
              <a:path h="10287000" w="14039520">
                <a:moveTo>
                  <a:pt x="0" y="0"/>
                </a:moveTo>
                <a:lnTo>
                  <a:pt x="14039520" y="0"/>
                </a:lnTo>
                <a:lnTo>
                  <a:pt x="140395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6695" r="0" b="-669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00992" y="2956756"/>
            <a:ext cx="9290290" cy="551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After surviving the forest, you enter the Desert Zone, a land of scorching heat and endless sand.</a:t>
            </a:r>
          </a:p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 This area is tougher, with enemies that move and attack more aggressively.</a:t>
            </a:r>
          </a:p>
          <a:p>
            <a:pPr algn="l" marL="431801" indent="-215900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🪓 There are 7 enemies scattered around the desert village and ruins.</a:t>
            </a:r>
          </a:p>
          <a:p>
            <a:pPr algn="l" marL="431801" indent="-215900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⚔️ Each enemy has its own attack range and pattern, requiring precise timing and strategy.</a:t>
            </a:r>
          </a:p>
          <a:p>
            <a:pPr algn="l" marL="431801" indent="-215900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💎 You must defeat all 7 enemies to clear the area.</a:t>
            </a:r>
          </a:p>
          <a:p>
            <a:pPr algn="l" marL="431801" indent="-215900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💊 Medipacks may appear with a 50% chance, helping you recover HP under the harsh desert sun.</a:t>
            </a:r>
          </a:p>
          <a:p>
            <a:pPr algn="l" marL="431801" indent="-215900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🚪 Once all enemies are defeated, the path to the final map will be unlocked.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49747" y="3458365"/>
            <a:ext cx="7851246" cy="4670506"/>
          </a:xfrm>
          <a:custGeom>
            <a:avLst/>
            <a:gdLst/>
            <a:ahLst/>
            <a:cxnLst/>
            <a:rect r="r" b="b" t="t" l="l"/>
            <a:pathLst>
              <a:path h="4670506" w="7851246">
                <a:moveTo>
                  <a:pt x="0" y="0"/>
                </a:moveTo>
                <a:lnTo>
                  <a:pt x="7851245" y="0"/>
                </a:lnTo>
                <a:lnTo>
                  <a:pt x="7851245" y="4670506"/>
                </a:lnTo>
                <a:lnTo>
                  <a:pt x="0" y="46705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5286" t="-104353" r="0" b="-6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04875"/>
            <a:ext cx="18392362" cy="109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6400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Map 2 — Desert Zone: The Heat of Battle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74943" y="8535690"/>
            <a:ext cx="12938114" cy="46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The desert tests your patience and skill — one wrong move under the blazing sun can cost your victory.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24240" y="0"/>
            <a:ext cx="14039520" cy="10287000"/>
          </a:xfrm>
          <a:custGeom>
            <a:avLst/>
            <a:gdLst/>
            <a:ahLst/>
            <a:cxnLst/>
            <a:rect r="r" b="b" t="t" l="l"/>
            <a:pathLst>
              <a:path h="10287000" w="14039520">
                <a:moveTo>
                  <a:pt x="0" y="0"/>
                </a:moveTo>
                <a:lnTo>
                  <a:pt x="14039520" y="0"/>
                </a:lnTo>
                <a:lnTo>
                  <a:pt x="140395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6695" r="0" b="-669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9377" y="5604736"/>
            <a:ext cx="16689247" cy="381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🧟 Enemy 1 and Enemy 2 return, now stronger and appearing in groups.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👑 Two powerful Bosses await at the heart of the snowy land.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💥 The first boss attacks with deadly bubbles that must be destroyed to reduce its HP.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⚔️ The second boss releases unavoidable tracking orbs that constantly follow the player — each hit causes HP loss.</a:t>
            </a:r>
          </a:p>
          <a:p>
            <a:pPr algn="l" marL="474980" indent="-237490" lvl="1">
              <a:lnSpc>
                <a:spcPts val="440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⏱️ To win, players must defeat both bosses and all remaining enemies to clear the map.</a:t>
            </a:r>
          </a:p>
          <a:p>
            <a:pPr algn="l">
              <a:lnSpc>
                <a:spcPts val="4399"/>
              </a:lnSpc>
            </a:pPr>
            <a:r>
              <a:rPr lang="en-US" sz="2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The final battle combines every skill you’ve learned — speed, timing, and courage. Only true heroes will survive the storm.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2450822"/>
            <a:ext cx="10494968" cy="3640098"/>
          </a:xfrm>
          <a:custGeom>
            <a:avLst/>
            <a:gdLst/>
            <a:ahLst/>
            <a:cxnLst/>
            <a:rect r="r" b="b" t="t" l="l"/>
            <a:pathLst>
              <a:path h="3640098" w="10494968">
                <a:moveTo>
                  <a:pt x="0" y="0"/>
                </a:moveTo>
                <a:lnTo>
                  <a:pt x="10494968" y="0"/>
                </a:lnTo>
                <a:lnTo>
                  <a:pt x="10494968" y="3640098"/>
                </a:lnTo>
                <a:lnTo>
                  <a:pt x="0" y="3640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62" r="-10" b="-9877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04875"/>
            <a:ext cx="18392362" cy="109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6400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Map 3 — Snow Zone: The Final Showdown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20168" y="2279372"/>
            <a:ext cx="6145665" cy="2157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2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Yo</a:t>
            </a:r>
            <a:r>
              <a:rPr lang="en-US" sz="2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u have reached the Snow Zone, the final and most dangerous area of the game.</a:t>
            </a:r>
          </a:p>
          <a:p>
            <a:pPr algn="l">
              <a:lnSpc>
                <a:spcPts val="4399"/>
              </a:lnSpc>
            </a:pPr>
            <a:r>
              <a:rPr lang="en-US" sz="2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 The freezing wind and endless snow hide d</a:t>
            </a:r>
            <a:r>
              <a:rPr lang="en-US" sz="2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eadly enemies and two powerful bosses.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24240" y="0"/>
            <a:ext cx="14039520" cy="10287000"/>
          </a:xfrm>
          <a:custGeom>
            <a:avLst/>
            <a:gdLst/>
            <a:ahLst/>
            <a:cxnLst/>
            <a:rect r="r" b="b" t="t" l="l"/>
            <a:pathLst>
              <a:path h="10287000" w="14039520">
                <a:moveTo>
                  <a:pt x="0" y="0"/>
                </a:moveTo>
                <a:lnTo>
                  <a:pt x="14039520" y="0"/>
                </a:lnTo>
                <a:lnTo>
                  <a:pt x="140395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6695" r="0" b="-669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66240" y="3926475"/>
            <a:ext cx="11155519" cy="239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9"/>
              </a:lnSpc>
            </a:pPr>
            <a:r>
              <a:rPr lang="en-US" sz="139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DAG4e_C5HaE</dc:identifier>
  <dcterms:modified xsi:type="dcterms:W3CDTF">2011-08-01T06:04:30Z</dcterms:modified>
  <cp:revision>1</cp:revision>
  <dc:title>SoulReclaimer 完整版  111210559 李麗恩</dc:title>
</cp:coreProperties>
</file>